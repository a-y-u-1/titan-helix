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38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62488" y="978408"/>
            <a:ext cx="548640" cy="45720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311128" y="1435608"/>
            <a:ext cx="0" cy="100584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45368" y="2441448"/>
            <a:ext cx="457200" cy="45720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05288" y="1709928"/>
            <a:ext cx="640080" cy="73152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76888" y="2167128"/>
            <a:ext cx="0" cy="73152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11128" y="1435608"/>
            <a:ext cx="365760" cy="73152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88168" y="2807208"/>
            <a:ext cx="457200" cy="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98480" y="914400"/>
            <a:ext cx="146304" cy="146304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43616" y="859536"/>
            <a:ext cx="256032" cy="256032"/>
          </a:xfrm>
          <a:prstGeom prst="ellipse">
            <a:avLst/>
          </a:prstGeom>
          <a:solidFill>
            <a:srgbClr val="3DDC8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47120" y="1371600"/>
            <a:ext cx="146304" cy="14630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192256" y="1316736"/>
            <a:ext cx="256032" cy="256032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0" y="1645920"/>
            <a:ext cx="146304" cy="146304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86416" y="1591056"/>
            <a:ext cx="256032" cy="256032"/>
          </a:xfrm>
          <a:prstGeom prst="ellipse">
            <a:avLst/>
          </a:prstGeom>
          <a:solidFill>
            <a:srgbClr val="3DDC8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612880" y="2103120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558016" y="2048256"/>
            <a:ext cx="256032" cy="256032"/>
          </a:xfrm>
          <a:prstGeom prst="ellipse">
            <a:avLst/>
          </a:prstGeom>
          <a:solidFill>
            <a:srgbClr val="FF6B35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881360" y="2377440"/>
            <a:ext cx="146304" cy="146304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26496" y="2322576"/>
            <a:ext cx="256032" cy="256032"/>
          </a:xfrm>
          <a:prstGeom prst="ellipse">
            <a:avLst/>
          </a:prstGeom>
          <a:solidFill>
            <a:srgbClr val="3DDC8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338560" y="2834640"/>
            <a:ext cx="146304" cy="146304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283696" y="2779776"/>
            <a:ext cx="256032" cy="256032"/>
          </a:xfrm>
          <a:prstGeom prst="ellipse">
            <a:avLst/>
          </a:prstGeom>
          <a:solidFill>
            <a:srgbClr val="3DDC8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24160" y="2743200"/>
            <a:ext cx="146304" cy="14630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369296" y="2688336"/>
            <a:ext cx="256032" cy="256032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795760" y="914400"/>
            <a:ext cx="146304" cy="146304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740896" y="859536"/>
            <a:ext cx="256032" cy="256032"/>
          </a:xfrm>
          <a:prstGeom prst="ellipse">
            <a:avLst/>
          </a:prstGeom>
          <a:solidFill>
            <a:srgbClr val="3DDC8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 AGENTIC OPS  ·  AGENTIC AIOPS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TITAN </a:t>
            </a:r>
            <a:r>
              <a:rPr lang="en-US" sz="78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HELIX</a:t>
            </a:r>
            <a:endParaRPr lang="en-US" sz="7800" dirty="0"/>
          </a:p>
        </p:txBody>
      </p:sp>
      <p:sp>
        <p:nvSpPr>
          <p:cNvPr id="27" name="Text 25"/>
          <p:cNvSpPr/>
          <p:nvPr/>
        </p:nvSpPr>
        <p:spPr>
          <a:xfrm>
            <a:off x="82296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AI reasoning mesh that sits on your Splunk data and explains failures while they unfold.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2700">
            <a:solidFill>
              <a:srgbClr val="2A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5537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Telemetry Titans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0408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553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7040880" y="5257800"/>
            <a:ext cx="1024128" cy="868680"/>
          </a:xfrm>
          <a:prstGeom prst="roundRect">
            <a:avLst>
              <a:gd name="adj" fmla="val 8421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0880" y="53583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7040880" y="5742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74736" y="5257800"/>
            <a:ext cx="1024128" cy="868680"/>
          </a:xfrm>
          <a:prstGeom prst="roundRect">
            <a:avLst>
              <a:gd name="adj" fmla="val 8421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74736" y="53583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8174736" y="5742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08592" y="5257800"/>
            <a:ext cx="1024128" cy="868680"/>
          </a:xfrm>
          <a:prstGeom prst="roundRect">
            <a:avLst>
              <a:gd name="adj" fmla="val 8421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308592" y="53583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9308592" y="5742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442448" y="5257800"/>
            <a:ext cx="1024128" cy="868680"/>
          </a:xfrm>
          <a:prstGeom prst="roundRect">
            <a:avLst>
              <a:gd name="adj" fmla="val 8421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442448" y="53583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MCP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442448" y="5742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0" y="6537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 Agentic Ops Hackathon  ·  github.com/a-y-u-1/titan-helix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finds the cause </a:t>
            </a:r>
            <a:r>
              <a:rPr lang="en-US" sz="29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alert misses</a:t>
            </a:r>
            <a:r>
              <a:rPr lang="en-US" sz="29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and proves it.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reason over live Splunk through MCP to catch the silent, upstream failure while it's still 200 OK — then cite the exact SPL behind every verdict.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10712" cy="1874520"/>
          </a:xfrm>
          <a:prstGeom prst="roundRect">
            <a:avLst>
              <a:gd name="adj" fmla="val 4390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8992" y="2386584"/>
            <a:ext cx="566928" cy="566928"/>
          </a:xfrm>
          <a:prstGeom prst="ellipse">
            <a:avLst/>
          </a:prstGeom>
          <a:solidFill>
            <a:srgbClr val="1B1B20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5328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4495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Finds the cause,</a:t>
            </a:r>
            <a:endParaRPr lang="en-US" sz="15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the symptom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8992" y="356616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cause is CPU-bound but still returns 200 OK — invisible to error-rate alerts. The mesh catches the silent climb before the first 503 fires.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21124" y="2148840"/>
            <a:ext cx="3410712" cy="1874520"/>
          </a:xfrm>
          <a:prstGeom prst="roundRect">
            <a:avLst>
              <a:gd name="adj" fmla="val 4390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77156" y="2386584"/>
            <a:ext cx="566928" cy="566928"/>
          </a:xfrm>
          <a:prstGeom prst="ellipse">
            <a:avLst/>
          </a:prstGeom>
          <a:solidFill>
            <a:srgbClr val="1B1B20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5328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7156" y="304495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Reasons in the open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77156" y="356616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specialist agents — observer, memory, correlation, prediction, remediation, executive — converge on a verdict, each citing the exact SPL that backs it.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19288" y="2148840"/>
            <a:ext cx="3410712" cy="1874520"/>
          </a:xfrm>
          <a:prstGeom prst="roundRect">
            <a:avLst>
              <a:gd name="adj" fmla="val 4390"/>
            </a:avLst>
          </a:prstGeom>
          <a:solidFill>
            <a:srgbClr val="141418"/>
          </a:solidFill>
          <a:ln w="12700">
            <a:solidFill>
              <a:srgbClr val="2A2A31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75320" y="2386584"/>
            <a:ext cx="566928" cy="566928"/>
          </a:xfrm>
          <a:prstGeom prst="ellipse">
            <a:avLst/>
          </a:prstGeom>
          <a:solidFill>
            <a:srgbClr val="1B1B20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5328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04495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Splunk-native,</a:t>
            </a:r>
            <a:endParaRPr lang="en-US" sz="15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MCP-standard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75320" y="356616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reach Splunk through the Model Context Protocol — typed tool calls, not glue code. Point it at a real deployment and the reasoning layer doesn't change a line.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1A1410"/>
          </a:solidFill>
          <a:ln w="15875">
            <a:solidFill>
              <a:srgbClr val="C24E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1430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UNFAIR ADVANTAGE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43000" y="4800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demos can only be </a:t>
            </a:r>
            <a:r>
              <a:rPr lang="en-US" sz="1900" b="1" i="1" dirty="0">
                <a:solidFill>
                  <a:srgbClr val="8A8A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plausible.</a:t>
            </a:r>
            <a:r>
              <a:rPr lang="en-US" sz="1900" b="1" dirty="0">
                <a:solidFill>
                  <a:srgbClr val="F5F5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This one has an </a:t>
            </a:r>
            <a:r>
              <a:rPr lang="en-US" sz="1900" b="1" dirty="0">
                <a:solidFill>
                  <a:srgbClr val="FF6B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answer key.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1143000" y="5257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8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enterprise with a known root cause makes every run checkable — the mesh either names feature-store-db, or it doesn't. It hits it every time.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83880" y="463600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41418"/>
          </a:solidFill>
          <a:ln w="15875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366760" y="4727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366760" y="4946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 </a:t>
            </a:r>
            <a:r>
              <a:rPr lang="en-US" sz="115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feature-store-db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366760" y="5202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 confidence  ·  caught at 200 OK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22960" y="6053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706624" y="605332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2990088" y="6053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873752" y="605332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157216" y="6053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040880" y="605332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324344" y="6053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MESH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9208008" y="605332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9491472" y="6053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+ FIX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272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Bookman Old Style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 HELIX</dc:title>
  <dc:subject>PptxGenJS Presentation</dc:subject>
  <dc:creator>Telemetry Titans</dc:creator>
  <cp:lastModifiedBy>Sharma, Ayush L.</cp:lastModifiedBy>
  <cp:revision>5</cp:revision>
  <dcterms:created xsi:type="dcterms:W3CDTF">2026-06-29T15:33:00Z</dcterms:created>
  <dcterms:modified xsi:type="dcterms:W3CDTF">2026-06-29T15:59:20Z</dcterms:modified>
</cp:coreProperties>
</file>